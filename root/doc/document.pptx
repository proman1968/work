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TEST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ONLYOFFICE/7.5.1.23</Application>
  <DocSecurity>0</DocSecurity>
  <PresentationFormat>Widescreen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6</cp:revision>
  <dcterms:modified xsi:type="dcterms:W3CDTF">2025-12-17T12:14:15Z</dcterms:modified>
  <cp:category/>
  <cp:contentStatus/>
  <cp:version/>
</cp:coreProperties>
</file>